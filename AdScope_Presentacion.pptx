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AUDITORÍA DE SISTEMAS · UMG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290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seguridad de la información auditable para la gestión de campañas PPC y SEO en Amazon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623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Fabián Ramírez Orellana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989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Nery Otoniel Colorado Menchú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76695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9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"A" · Catedrático Omar Sagastume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Segmento: gestión de PPC y SEO para vendedores en Amazon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centraliza el trabajo que hoy se reparte en hojas de cálculo sueltas entre agencias y equipos internos que administran una o varias cuentas de venta en Amazon.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862072"/>
            <a:ext cx="502920" cy="502920"/>
          </a:xfrm>
          <a:prstGeom prst="ellipse">
            <a:avLst/>
          </a:prstGeom>
          <a:solidFill>
            <a:srgbClr val="101C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5935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objetivo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032504"/>
            <a:ext cx="288127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y equipos internos que gestionan publicidad y SEO para múltiples ASIN en Amazon.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99178" y="260604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5210" y="2862072"/>
            <a:ext cx="502920" cy="502920"/>
          </a:xfrm>
          <a:prstGeom prst="ellipse">
            <a:avLst/>
          </a:prstGeom>
          <a:solidFill>
            <a:srgbClr val="101C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521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5210" y="35935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centraliza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55210" y="4032504"/>
            <a:ext cx="288127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PPC, términos de búsqueda, keywords y listados de producto en un solo sistema.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2557" y="260604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8589" y="2862072"/>
            <a:ext cx="502920" cy="502920"/>
          </a:xfrm>
          <a:prstGeom prst="ellipse">
            <a:avLst/>
          </a:prstGeom>
          <a:solidFill>
            <a:srgbClr val="101C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8589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8589" y="35935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acceso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8589" y="4032504"/>
            <a:ext cx="288127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administrador y colaboradores con permisos configurables de vista o edición por módulo.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91295" y="6510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· 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IMPLEMENTACIÓN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seguridad en sistemas humano-sociales y de información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2199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con la hoja de cálculo podía modificar inversión publicitaria o listados.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5210" y="222199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521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55210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segundo factor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55210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autenticación dependía solo de una contraseña de correo compartida.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2557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8589" y="222199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8589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8589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8589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registro de quién cambió qué dato de negocio, ni cuándo lo hizo.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453085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en archivos Excel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compartidos podían ser vector de inyección de fórmulas maliciosas.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9178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5210" y="453085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521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55210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granular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55210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limitar a un colaborador nuevo a solo poder ver la información.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2557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8589" y="4530852"/>
            <a:ext cx="384048" cy="384048"/>
          </a:xfrm>
          <a:prstGeom prst="ellipse">
            <a:avLst/>
          </a:prstGeom>
          <a:solidFill>
            <a:srgbClr val="9A2F2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8589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68589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resiliencia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68589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detenía intentos repetidos de acceso no autorizado a una cuenta.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991295" y="6510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· 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tecnológica de seguridad implementada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2199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permisos granulares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nulo por defecto: cada módulo se habilita en modo vista o editor por usuario.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5210" y="222199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521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55210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TOTP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55210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obligatorio para administradores, con códigos de recuperación de un solo uso.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2557" y="196596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8589" y="222199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8589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8589" y="277063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auditoría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8589" y="320954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inmutable de accesos y cambios críticos, con usuario, IP y fecha.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453085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Saneamiento anti-inyección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 fórmulas maliciosas en cada archivo Excel importado al sistema.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9178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5210" y="453085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521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55210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bloqueo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55210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peticiones por IP y bloqueo de cuenta tras intentos fallidos repetidos.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2557" y="4274820"/>
            <a:ext cx="3393338" cy="2034540"/>
          </a:xfrm>
          <a:prstGeom prst="roundRect">
            <a:avLst>
              <a:gd name="adj" fmla="val 4494"/>
            </a:avLst>
          </a:prstGeom>
          <a:solidFill>
            <a:srgbClr val="F4F4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8589" y="4530852"/>
            <a:ext cx="384048" cy="384048"/>
          </a:xfrm>
          <a:prstGeom prst="ellipse">
            <a:avLst/>
          </a:prstGeom>
          <a:solidFill>
            <a:srgbClr val="1C6B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8589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68589" y="5079492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suministro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68589" y="5518404"/>
            <a:ext cx="288127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dependencias (SBOM) y auditoría automática en cada cambio de código.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991295" y="6510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· 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 IMPLEMENTACIÓN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frente al estándar ISO/IEC 27001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785616"/>
                <a:gridCol w="37856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ISO/IEC 27001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 (A.5.15)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restricciones de acceso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6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+ permisos por módulo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(A.5.17)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contraseña de correo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6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obligatorio (administrador)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(A.8.15)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bitácora de auditoría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6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inmutable con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(A.5.30)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respaldo automático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6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Respaldos diarios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(A.5.29)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límite de peticiones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6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+ bloqueo de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991295" y="6510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· 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0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o amenaza y su control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947672"/>
                <a:gridCol w="1298448"/>
                <a:gridCol w="47457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 / amenaza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 en el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tras 5 intentos fallidos en 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admin sin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MFA/TOTP obligatorio + códigos de recuperación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Auto-escalamiento de 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Confid. / Integridad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admin no puede cambiar su propio 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de fórmulas (Excel)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Saneamiento de valores que inician con =, +, -, @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módulos sin permiso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por módulo, acceso nulo por defecto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Saturación de la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 100 solicitudes por minuto por 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991295" y="6510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· 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19202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9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468880"/>
            <a:ext cx="94484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seguridad auditable, verificable en código y alineado a la tríada CIA e ISO/IEC 27001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4348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AdScope — Seguridad y Auditoría de Sistemas, Universidad Mariano Gálvez de Guatemala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2026-09-23T01:03:43Z</dcterms:created>
  <dcterms:modified xsi:type="dcterms:W3CDTF">2026-09-23T01:03:43Z</dcterms:modified>
</cp:coreProperties>
</file>